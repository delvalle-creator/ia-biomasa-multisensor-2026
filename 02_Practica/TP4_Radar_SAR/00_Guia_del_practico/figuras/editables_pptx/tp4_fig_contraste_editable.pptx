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25143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4_fig_contraste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25143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9825" y="2026797"/>
            <a:ext cx="181950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S1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VV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019" y="2026797"/>
            <a:ext cx="189346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S1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VH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177" y="2026797"/>
            <a:ext cx="354811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SAOCOM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068" y="2026797"/>
            <a:ext cx="354811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SAOCOM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HV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779" y="2026797"/>
            <a:ext cx="283171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NISAR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HH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8670" y="2026797"/>
            <a:ext cx="283171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NISAR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HV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577" y="2026797"/>
            <a:ext cx="369139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PALSAR-2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HH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468" y="2026797"/>
            <a:ext cx="369139" cy="1548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PALSAR-2</a:t>
            </a:r>
          </a:p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HV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205368" y="1274019"/>
            <a:ext cx="60670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γ⁰ mediano (dB)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56" y="1927218"/>
            <a:ext cx="23787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18" y="1705351"/>
            <a:ext cx="23741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956" y="1483483"/>
            <a:ext cx="23787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18" y="1261616"/>
            <a:ext cx="23741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56" y="1039748"/>
            <a:ext cx="23787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704" y="817881"/>
            <a:ext cx="198127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−5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46" y="596013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586" y="530074"/>
            <a:ext cx="741667" cy="117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γ⁰ de cada sitio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719" y="2261018"/>
            <a:ext cx="317373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Bosque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6247" y="2261018"/>
            <a:ext cx="303045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Times New Roman"/>
              </a:rPr>
              <a:t>Estepa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7739" y="720380"/>
            <a:ext cx="285482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3,5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6232" y="880147"/>
            <a:ext cx="285020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4,2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2845" y="1039914"/>
            <a:ext cx="285020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8,1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6541" y="1199681"/>
            <a:ext cx="318298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11,7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1807" y="1359448"/>
            <a:ext cx="285944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8,0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9578" y="1519215"/>
            <a:ext cx="285020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9,9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2210" y="1678982"/>
            <a:ext cx="285944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8,3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3469" y="1838749"/>
            <a:ext cx="318760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11,6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1176" y="2110197"/>
            <a:ext cx="1654037" cy="1079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contraste bosque − estepa (dB)   →  más es mejor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1913" y="2026797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5181" y="2026797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8449" y="2026797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1948" y="2026797"/>
            <a:ext cx="146824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4985" y="2026797"/>
            <a:ext cx="147286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610" y="2026797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81878" y="2026797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5146" y="2026797"/>
            <a:ext cx="186572" cy="10605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Times New Roman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1009" y="725927"/>
            <a:ext cx="1072597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Sentinel-1 10/01/2026 · VV · banda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73614" y="885694"/>
            <a:ext cx="1079993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Sentinel-1 10/01/2026 · VH · banda 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91178" y="1045461"/>
            <a:ext cx="1062429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SAOCOM 10/01/2026 · HH · banda 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98573" y="1205228"/>
            <a:ext cx="1055034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SAOCOM 10/01/2026 · HV · banda 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3280" y="1364995"/>
            <a:ext cx="990327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NISAR 08/01/2026 · HH · banda 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0675" y="1524762"/>
            <a:ext cx="982932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NISAR 08/01/2026 · HV · banda 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41391" y="1684529"/>
            <a:ext cx="912216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PALSAR-2 2025 · HH · banda 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48786" y="1844296"/>
            <a:ext cx="904821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PALSAR-2 2025 · HV · banda 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1616" y="526376"/>
            <a:ext cx="1793157" cy="1208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Cuánto separa cada sensor los dos sitios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33465" y="2262404"/>
            <a:ext cx="579437" cy="949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banda C (5,6 cm)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63730" y="2260960"/>
            <a:ext cx="814231" cy="96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banda L (24 cm), co-polar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8791" y="2258707"/>
            <a:ext cx="1005117" cy="986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>
                <a:solidFill>
                  <a:srgbClr val="000000"/>
                </a:solidFill>
                <a:latin typeface="Times New Roman"/>
              </a:rPr>
              <a:t>banda L, polarización CRUZADA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9152" y="28686"/>
            <a:ext cx="3452894" cy="2066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El contraste bosque − estepa: la respuesta a «por qué la banda L»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Times New Roman"/>
              </a:rPr>
              <a:t>dos sitios vecinos, mismo clima y mismo relieve; lo que cambia es la biomasa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