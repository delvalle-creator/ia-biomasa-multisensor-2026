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48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4_fig_speckle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483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13461" y="840460"/>
            <a:ext cx="582734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óptimo ≈ 150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5843" y="1200610"/>
            <a:ext cx="926606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888888"/>
                </a:solidFill>
                <a:latin typeface="Times New Roman"/>
              </a:rPr>
              <a:t>la banda C no sube:</a:t>
            </a:r>
          </a:p>
          <a:p>
            <a:pPr algn="ctr"/>
            <a:r>
              <a:rPr sz="450" b="0">
                <a:solidFill>
                  <a:srgbClr val="888888"/>
                </a:solidFill>
                <a:latin typeface="Times New Roman"/>
              </a:rPr>
              <a:t>no es speckle lo que le falta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363" y="1921873"/>
            <a:ext cx="133065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lado de la ventana de promediado (m)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08" y="183569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732" y="1835693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6731" y="1835693"/>
            <a:ext cx="229310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2253" y="1835693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8253" y="1835693"/>
            <a:ext cx="229310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75" y="1835693"/>
            <a:ext cx="2297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493153" y="1177962"/>
            <a:ext cx="118880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R² del ajuste γ⁰ → altura del dosel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54" y="1769625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32" y="1567814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54" y="1366003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32" y="1164192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54" y="962380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32" y="760569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757" y="529359"/>
            <a:ext cx="1805868" cy="119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Promediar recupera señal... en banda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943" y="2036888"/>
            <a:ext cx="800042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Sentinel-1 VH (banda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943" y="2118239"/>
            <a:ext cx="791923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Sentinel-1 VV (banda 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943" y="2199591"/>
            <a:ext cx="697358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NISAR HV (banda 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442" y="2036888"/>
            <a:ext cx="790012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PALSAR-2 HV (banda 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6442" y="2118239"/>
            <a:ext cx="777117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SAOCOM HV (banda 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0725" y="657618"/>
            <a:ext cx="1384147" cy="2907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La nube gris es más ancha porque el speckle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hace que dos píxeles del mismo bosque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difieran varios dB. Al promediar 15×15, la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nube se aprieta y aparece la pendiente.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4367" y="1921873"/>
            <a:ext cx="151023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3588" y="1835693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286" y="183569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759" y="183569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7755" y="183569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229" y="183569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224" y="183569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2698" y="183569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2709943" y="1177962"/>
            <a:ext cx="44948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γ⁰ HV (dB)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4389" y="1697654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4389" y="1563822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4389" y="1429991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4389" y="1296159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4866" y="1162327"/>
            <a:ext cx="24172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4389" y="1028495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34389" y="894663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34389" y="760831"/>
            <a:ext cx="24220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4985" y="626999"/>
            <a:ext cx="20160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5123" y="529359"/>
            <a:ext cx="2288721" cy="119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NISAR HV: la misma nube de puntos, dos ventanas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9607" y="2039276"/>
            <a:ext cx="856876" cy="980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ventana 30 m (R² = 0,18)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8676" y="2039276"/>
            <a:ext cx="894129" cy="980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ventana 150 m (R² = 0,28)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98381" y="28070"/>
            <a:ext cx="2934436" cy="2082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El speckle y el promediado, medidos con los datos del proyecto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690 huellas GEDI del bosque × γ⁰ de cada sensor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