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30982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4_fig_saocom_vs_nisar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30982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9228" y="736948"/>
            <a:ext cx="688284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Times New Roman"/>
              </a:rPr>
              <a:t>mediana -12,7 dB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8803" y="1234549"/>
            <a:ext cx="399195" cy="110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Bosque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0" y="481419"/>
            <a:ext cx="539104" cy="2441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SAOCOM-1B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10/01/2026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γ⁰ 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318" y="736948"/>
            <a:ext cx="688284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Times New Roman"/>
              </a:rPr>
              <a:t>mediana -17,8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1080" y="481419"/>
            <a:ext cx="539104" cy="2441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SAOCOM-1B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10/01/2026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γ⁰ HV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1408" y="736948"/>
            <a:ext cx="648249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Times New Roman"/>
              </a:rPr>
              <a:t>mediana -7,9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1191" y="481419"/>
            <a:ext cx="491063" cy="2441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NISAR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08/01/2026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γ⁰ HH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7499" y="736948"/>
            <a:ext cx="688284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Times New Roman"/>
              </a:rPr>
              <a:t>mediana -13,2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7281" y="481419"/>
            <a:ext cx="491063" cy="2441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NISAR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08/01/2026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γ⁰ HV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228" y="1820268"/>
            <a:ext cx="688284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Times New Roman"/>
              </a:rPr>
              <a:t>mediana -20,8 dB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4260" y="2317869"/>
            <a:ext cx="373068" cy="110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Estepa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318" y="1820268"/>
            <a:ext cx="688705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Times New Roman"/>
              </a:rPr>
              <a:t>mediana -29,4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1408" y="1820268"/>
            <a:ext cx="689126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Times New Roman"/>
              </a:rPr>
              <a:t>mediana -16,0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7499" y="1820268"/>
            <a:ext cx="688284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Times New Roman"/>
              </a:rPr>
              <a:t>mediana -23,1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3880" y="37060"/>
            <a:ext cx="3403440" cy="2090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Los dos radares de banda L sobre los mismos sitios, con dos días de diferencia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escala de grises FIJA e idéntica para los dos sensores en cada polarización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