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5730875" cy="297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87" d="100"/>
          <a:sy n="187" d="100"/>
        </p:scale>
        <p:origin x="45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15_flujo_multisensor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29704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6729" y="99217"/>
            <a:ext cx="3917739" cy="10002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ENTRADA:   2 archivos KML  →  aoi_config.py   (grilla común EPSG:32719 · UTM 19S · 10 m · 1500 × 1500)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1377" y="351195"/>
            <a:ext cx="403957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ÓPTICOS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85313" y="351195"/>
            <a:ext cx="581890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RADAR (SAR)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4054" y="351195"/>
            <a:ext cx="277320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LiDAR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4364" y="561713"/>
            <a:ext cx="1057983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Sentinel-2 L2A · </a:t>
            </a:r>
            <a:r>
              <a:rPr sz="55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óptico</a:t>
            </a:r>
            <a:r>
              <a:rPr sz="5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 (JP2, 10 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271" y="753582"/>
            <a:ext cx="944169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Landsat 9 OLI-2 · C2L2 (30 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80554" y="561713"/>
            <a:ext cx="1391408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Sentinel-1 SLC · banda C · dual-pol (VV+VH)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0136" y="753582"/>
            <a:ext cx="1412246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Sentinel-1 GRD · banda C · dual-pol (VV+VH)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4525" y="945451"/>
            <a:ext cx="1423467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SAOCOM L1A · banda L · quad-pol y dual-pol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2959" y="1137320"/>
            <a:ext cx="1386598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NISAR GCOV · banda L · dual-pol (HH+HV)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2008" y="1329189"/>
            <a:ext cx="1548501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BIOMASS L1 · banda P · full-pol (HH HV VH VV)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4682" y="561713"/>
            <a:ext cx="1316066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GEDI L2A / L2B / L4A V003 · la </a:t>
            </a:r>
            <a:r>
              <a:rPr sz="55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referencia</a:t>
            </a:r>
            <a:endParaRPr sz="55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52278" y="753582"/>
            <a:ext cx="1320874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ICESat-2 ATL08 V007 · segunda referencia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7431" y="945451"/>
            <a:ext cx="1370568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CCI Biomass v7 · 100 m · referencia de mapa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053" y="1553629"/>
            <a:ext cx="1176604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TP1_03_descargar_sentinel.py (CDSE)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004" y="1648757"/>
            <a:ext cx="1442703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Landsat 9: Planetary Computer (sin credencial)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7956" y="1553629"/>
            <a:ext cx="1176604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TP1_03_descargar_sentinel.py (CDSE)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926" y="1648757"/>
            <a:ext cx="1636666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SAOCOM: CONAE · BIOMASS / NISAR: ESA / ASF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9798" y="1553629"/>
            <a:ext cx="1405834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TP1_05_descargar_gedi.py · GEDI e ICESat-2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3805" y="1648757"/>
            <a:ext cx="1397819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(NASA Earthdata) · CCI: portal ESA, manual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500" y="1967326"/>
            <a:ext cx="913712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TP3_01_recortar_sentinel2.py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021" y="2060413"/>
            <a:ext cx="998670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JP2 / GeoTIFF → </a:t>
            </a:r>
            <a:r>
              <a:rPr sz="55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recorte</a:t>
            </a:r>
            <a:r>
              <a:rPr sz="5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 al AOI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963" y="2163705"/>
            <a:ext cx="1272784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reproyección UTM 19S · remuestreo 10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19829" y="1967326"/>
            <a:ext cx="1312859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TP4_01_procesar_sar.py (ESA SNAP · gpt)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01769" y="2060413"/>
            <a:ext cx="948978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órbita precisa → calibración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71740" y="2163705"/>
            <a:ext cx="1409040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Terrain Flattening (\</a:t>
            </a:r>
            <a:r>
              <a:rPr sz="55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mathbf</a:t>
            </a:r>
            <a:r>
              <a:rPr lang="es-ES" sz="5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 </a:t>
            </a:r>
            <a:r>
              <a:rPr sz="5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γ^0) → speckle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43260" y="2261585"/>
            <a:ext cx="1065996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Range-Doppler Terrain Correction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7124" y="1967326"/>
            <a:ext cx="1271181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TP2_02_recortar_AOI.py · HDF5 → 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1325" y="2060413"/>
            <a:ext cx="1482778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TP2_12_cargar_ATL08.py · segmentos a la grilla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5102" y="2163705"/>
            <a:ext cx="1295226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cotejos del TP2: GEDI–ICESat-2 (TP2_13)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3342" y="2261585"/>
            <a:ext cx="1038746" cy="846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y GEDI–CCI Biomass (04_Tablas)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992" y="2617989"/>
            <a:ext cx="5131213" cy="10002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SALIDA:   02_Subsets_SNAP_QGIS de </a:t>
            </a:r>
            <a:r>
              <a:rPr sz="65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cada</a:t>
            </a:r>
            <a:r>
              <a:rPr sz="6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 </a:t>
            </a:r>
            <a:r>
              <a:rPr sz="65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práctico</a:t>
            </a:r>
            <a:r>
              <a:rPr sz="6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   —   GeoTIFF 1500 × 1500 </a:t>
            </a:r>
            <a:r>
              <a:rPr sz="65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en</a:t>
            </a:r>
            <a:r>
              <a:rPr sz="6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 </a:t>
            </a:r>
            <a:r>
              <a:rPr sz="65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grilla</a:t>
            </a:r>
            <a:r>
              <a:rPr sz="6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 </a:t>
            </a:r>
            <a:r>
              <a:rPr sz="65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común</a:t>
            </a:r>
            <a:r>
              <a:rPr sz="6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 (EPSG:32719, 10 m)   +   CSV GEDI y ATL08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47931" y="2732336"/>
            <a:ext cx="2635337" cy="10002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listos para el análisis multisensor de biomasa en el ecotono bosque – estepa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-66213" y="2983361"/>
            <a:ext cx="132427" cy="893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62" y="2983361"/>
            <a:ext cx="181727" cy="893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200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0388" y="2983361"/>
            <a:ext cx="181727" cy="893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400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41236" y="2983361"/>
            <a:ext cx="181283" cy="893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600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51862" y="2983361"/>
            <a:ext cx="181283" cy="893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800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0053" y="2983361"/>
            <a:ext cx="206155" cy="893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1000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457" y="2983361"/>
            <a:ext cx="206599" cy="893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1200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71083" y="2983361"/>
            <a:ext cx="206599" cy="893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1400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81931" y="2983361"/>
            <a:ext cx="206155" cy="893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1600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350</Words>
  <Application>Microsoft Office PowerPoint</Application>
  <PresentationFormat>Personalizado</PresentationFormat>
  <Paragraphs>42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Hector Francisco del Valle</cp:lastModifiedBy>
  <cp:revision>2</cp:revision>
  <dcterms:created xsi:type="dcterms:W3CDTF">2013-01-27T09:14:16Z</dcterms:created>
  <dcterms:modified xsi:type="dcterms:W3CDTF">2026-08-24T11:09:02Z</dcterms:modified>
  <cp:category/>
</cp:coreProperties>
</file>