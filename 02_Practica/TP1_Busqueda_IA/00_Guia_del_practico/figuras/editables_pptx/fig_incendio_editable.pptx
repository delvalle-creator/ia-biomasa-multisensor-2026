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429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incendi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429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1972" y="451383"/>
            <a:ext cx="1170958" cy="1085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Bosque — antes (25/11/2025)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3179" y="446906"/>
            <a:ext cx="1268120" cy="113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Bosque — después (05/03/2026)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8346" y="376878"/>
            <a:ext cx="1737362" cy="1830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Bosque — severidad (dNBR)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18008 ha quemadas, 9668 con severidad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61" y="2242909"/>
            <a:ext cx="1146780" cy="1085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Estepa — antes (25/11/2025)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5269" y="2238431"/>
            <a:ext cx="1243941" cy="113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Estepa — después (05/03/2026)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508" y="2168403"/>
            <a:ext cx="1513039" cy="1830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Estepa — severidad (dNBR)</a:t>
            </a:r>
          </a:p>
          <a:p>
            <a:pPr algn="ctr"/>
            <a:r>
              <a:rPr sz="500" b="1">
                <a:solidFill>
                  <a:srgbClr val="000000"/>
                </a:solidFill>
                <a:latin typeface="Times New Roman"/>
              </a:rPr>
              <a:t>413 ha quemadas, 0 con severidad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778" y="64367"/>
            <a:ext cx="3641643" cy="2187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La evidencia del incendio: el bosque se quemó y la estepa, que es el control, no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severidad clasificada con los siete umbrales contiguos de Key y Benson (2006)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570" y="4185906"/>
            <a:ext cx="225310" cy="10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4500" y="4185906"/>
            <a:ext cx="534258" cy="10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Moderada-alta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378" y="4185906"/>
            <a:ext cx="546795" cy="10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Moderada-baja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8793" y="4185906"/>
            <a:ext cx="236056" cy="10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Baja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1470" y="4185906"/>
            <a:ext cx="431723" cy="10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Sin cambio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813" y="4184115"/>
            <a:ext cx="652464" cy="1058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Regeneración baja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897" y="4184115"/>
            <a:ext cx="639927" cy="1058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Regeneración alta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