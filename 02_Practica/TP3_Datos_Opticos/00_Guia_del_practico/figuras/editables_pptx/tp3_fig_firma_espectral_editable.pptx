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292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3_fig_firma_espectral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292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8584" y="703785"/>
            <a:ext cx="949701" cy="7000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el NIR se desploma: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0,267 → 0,104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(el dosel desapareció)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4456" y="1275728"/>
            <a:ext cx="1368512" cy="378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el SWIR2 SUBE: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0,086 → 0,131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(ceniza y suelo seco)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839" y="1917039"/>
            <a:ext cx="175237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banda de Sentinel-2 (y su longitud de onda, en nm)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301" y="1780425"/>
            <a:ext cx="225489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Azul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492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792" y="1780425"/>
            <a:ext cx="227877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Rojo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665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150" y="1780425"/>
            <a:ext cx="214504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NIR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966" y="1780425"/>
            <a:ext cx="292831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SWIR1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1610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831" y="1780425"/>
            <a:ext cx="292353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SWIR2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2190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446826" y="1142315"/>
            <a:ext cx="1096154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reflectancia (mediana del AOI)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54" y="1715789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32" y="1538967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54" y="1362144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32" y="1185321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54" y="1008498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32" y="831676"/>
            <a:ext cx="249369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54" y="654853"/>
            <a:ext cx="249847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6903" y="512165"/>
            <a:ext cx="934247" cy="1234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Bosque (se quemó)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072" y="1978048"/>
            <a:ext cx="66822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antes (25/11/2025)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1489" y="1974227"/>
            <a:ext cx="748939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después (05/03/2026)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4574" y="611127"/>
            <a:ext cx="1452683" cy="3396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las dos curvas casi se tocan:</a:t>
            </a:r>
          </a:p>
          <a:p>
            <a:pPr algn="ctr"/>
            <a:r>
              <a:rPr sz="450" b="0">
                <a:solidFill>
                  <a:srgbClr val="1D3557"/>
                </a:solidFill>
                <a:latin typeface="Times New Roman"/>
              </a:rPr>
              <a:t>el control funciona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5751" y="1917039"/>
            <a:ext cx="1752376" cy="1081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banda de Sentinel-2 (y su longitud de onda, en nm)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214" y="1780425"/>
            <a:ext cx="225489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Azul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492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9705" y="1780425"/>
            <a:ext cx="227877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Rojo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665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2062" y="1780425"/>
            <a:ext cx="214504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NIR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2878" y="1780425"/>
            <a:ext cx="292831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SWIR1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1610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6744" y="1780425"/>
            <a:ext cx="292353" cy="158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SWIR2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2190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1269" y="512165"/>
            <a:ext cx="1401340" cy="1234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Estepa (control, no se quemó)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8984" y="1978048"/>
            <a:ext cx="668224" cy="9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antes (25/11/2025)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9401" y="1974227"/>
            <a:ext cx="748939" cy="1005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después (05/03/2026)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4588" y="24249"/>
            <a:ext cx="2762023" cy="210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Firma espectral medida sobre los datos del proyecto</a:t>
            </a:r>
          </a:p>
          <a:p>
            <a:pPr algn="ctr"/>
            <a:r>
              <a:rPr sz="650" b="1">
                <a:solidFill>
                  <a:srgbClr val="000000"/>
                </a:solidFill>
                <a:latin typeface="Times New Roman"/>
              </a:rPr>
              <a:t>medianas de Sentinel-2 | pre: 25/11/2025  post: 05/03/2026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