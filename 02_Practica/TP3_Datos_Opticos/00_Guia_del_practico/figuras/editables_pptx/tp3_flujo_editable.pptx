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31200" cy="236889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3_flujo_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31200" cy="2368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3686" y="608698"/>
            <a:ext cx="318621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9AA5B1"/>
                </a:solidFill>
                <a:latin typeface="Times New Roman"/>
              </a:rPr>
              <a:t>paso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3187" y="763497"/>
            <a:ext cx="979620" cy="105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TP3_01_recortar_sentinel2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183" y="946475"/>
            <a:ext cx="659628" cy="1631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Recorta Sentinel-2</a:t>
            </a:r>
          </a:p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a la grilla común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6528" y="608698"/>
            <a:ext cx="318144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9AA5B1"/>
                </a:solidFill>
                <a:latin typeface="Times New Roman"/>
              </a:rPr>
              <a:t>paso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50114" y="763497"/>
            <a:ext cx="630972" cy="105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TP3_02_landsat9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7187" y="948767"/>
            <a:ext cx="516825" cy="158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Lo mismo con</a:t>
            </a:r>
          </a:p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Landsat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891" y="608698"/>
            <a:ext cx="318621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1D3557"/>
                </a:solidFill>
                <a:latin typeface="Times New Roman"/>
              </a:rPr>
              <a:t>paso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0148" y="763497"/>
            <a:ext cx="596107" cy="105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TP3_03_indices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0535" y="948767"/>
            <a:ext cx="495333" cy="158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NDVI, EVI,</a:t>
            </a:r>
          </a:p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NDMI y NBR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891" y="1668748"/>
            <a:ext cx="318621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A50F15"/>
                </a:solidFill>
                <a:latin typeface="Times New Roman"/>
              </a:rPr>
              <a:t>paso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5554" y="1823547"/>
            <a:ext cx="805296" cy="105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TP3_04_dnbr_incendio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6687" y="2008817"/>
            <a:ext cx="683030" cy="158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dNBR y las siete</a:t>
            </a:r>
          </a:p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clases de severidad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6528" y="1668748"/>
            <a:ext cx="318144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1D3557"/>
                </a:solidFill>
                <a:latin typeface="Times New Roman"/>
              </a:rPr>
              <a:t>paso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8357" y="1823547"/>
            <a:ext cx="1014484" cy="105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TP3_05_saturacion_y_modelo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4442" y="2008817"/>
            <a:ext cx="602316" cy="158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Índices contra la</a:t>
            </a:r>
          </a:p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altura de GEDI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86" y="1668748"/>
            <a:ext cx="318621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2D6A4F"/>
                </a:solidFill>
                <a:latin typeface="Times New Roman"/>
              </a:rPr>
              <a:t>paso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619" y="1823547"/>
            <a:ext cx="944755" cy="105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TP3_06_exportar_para_gis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333" y="2008817"/>
            <a:ext cx="687328" cy="158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Estilos .qml y</a:t>
            </a:r>
          </a:p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vectores para QGIS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938" y="2315668"/>
            <a:ext cx="14811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9702" y="2315668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1242" y="2315668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2305" y="2315668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3845" y="2315668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-62968" y="494003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-62968" y="706013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-62490" y="918023"/>
            <a:ext cx="14811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-62968" y="1130033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103564" y="1342043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103564" y="1554053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-103564" y="1766063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-103086" y="1978073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-103564" y="2190083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018" y="25777"/>
            <a:ext cx="3729163" cy="2166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Times New Roman"/>
              </a:rPr>
              <a:t>Los seis scripts del TP3, en orden de ejecución</a:t>
            </a:r>
          </a:p>
          <a:p>
            <a:pPr algn="ctr"/>
            <a:r>
              <a:rPr sz="650" b="1">
                <a:solidFill>
                  <a:srgbClr val="000000"/>
                </a:solidFill>
                <a:latin typeface="Times New Roman"/>
              </a:rPr>
              <a:t>los pasos 1 y 2 ya fueron ejecutados: prepararon las imágenes en la grilla común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