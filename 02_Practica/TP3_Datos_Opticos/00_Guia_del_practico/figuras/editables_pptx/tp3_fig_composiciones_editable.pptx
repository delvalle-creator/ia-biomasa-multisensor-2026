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41193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3_fig_composiciones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4119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16200000">
            <a:off x="-140853" y="1483575"/>
            <a:ext cx="545899" cy="1076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Color 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9440" y="498539"/>
            <a:ext cx="1495129" cy="1821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2D6A4F"/>
                </a:solidFill>
                <a:latin typeface="Times New Roman"/>
              </a:rPr>
              <a:t>25/11/2025</a:t>
            </a:r>
          </a:p>
          <a:p>
            <a:pPr algn="ctr"/>
            <a:r>
              <a:rPr sz="500" b="1">
                <a:solidFill>
                  <a:srgbClr val="2D6A4F"/>
                </a:solidFill>
                <a:latin typeface="Times New Roman"/>
              </a:rPr>
              <a:t>LIMPIA · es la referencia pre-incendio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0964" y="1391160"/>
            <a:ext cx="1053648" cy="1821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7C2D12"/>
                </a:solidFill>
                <a:latin typeface="Times New Roman"/>
              </a:rPr>
              <a:t>la bruma se VE:</a:t>
            </a:r>
          </a:p>
          <a:p>
            <a:pPr algn="ctr"/>
            <a:r>
              <a:rPr sz="500" b="1">
                <a:solidFill>
                  <a:srgbClr val="7C2D12"/>
                </a:solidFill>
                <a:latin typeface="Times New Roman"/>
              </a:rPr>
              <a:t>el velo gris tapa el bosque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0226" y="498539"/>
            <a:ext cx="1795122" cy="1821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B45309"/>
                </a:solidFill>
                <a:latin typeface="Times New Roman"/>
              </a:rPr>
              <a:t>09/01/2026</a:t>
            </a:r>
          </a:p>
          <a:p>
            <a:pPr algn="ctr"/>
            <a:r>
              <a:rPr sz="500" b="1">
                <a:solidFill>
                  <a:srgbClr val="B45309"/>
                </a:solidFill>
                <a:latin typeface="Times New Roman"/>
              </a:rPr>
              <a:t>CON BRUMA · la SCL solo marcó 7 % de cirros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5700" y="498539"/>
            <a:ext cx="945740" cy="1821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A50F15"/>
                </a:solidFill>
                <a:latin typeface="Times New Roman"/>
              </a:rPr>
              <a:t>05/03/2026</a:t>
            </a:r>
          </a:p>
          <a:p>
            <a:pPr algn="ctr"/>
            <a:r>
              <a:rPr sz="500" b="1">
                <a:solidFill>
                  <a:srgbClr val="A50F15"/>
                </a:solidFill>
                <a:latin typeface="Times New Roman"/>
              </a:rPr>
              <a:t>LIMPIA · post-incendio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000" y="3933100"/>
            <a:ext cx="893801" cy="1058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Times New Roman"/>
              </a:rPr>
              <a:t>vegetación viva = verde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-202642" y="3138215"/>
            <a:ext cx="669478" cy="1076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Falso color SWIR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3566" y="3933100"/>
            <a:ext cx="1080513" cy="1058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Times New Roman"/>
              </a:rPr>
              <a:t>área quemada = rojo/naranja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598" y="60785"/>
            <a:ext cx="3570003" cy="213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El sitio de bosque (15 × 15 km) en tres fechas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arriba: color natural (Rojo-Verde-Azul)   ·   abajo: falso color SWIR2-NIR-Rojo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