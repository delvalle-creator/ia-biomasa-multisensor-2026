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2903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1_flujo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2903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3686" y="583758"/>
            <a:ext cx="318621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9AA5B1"/>
                </a:solidFill>
                <a:latin typeface="Times New Roman"/>
              </a:rPr>
              <a:t>paso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2857" y="709133"/>
            <a:ext cx="880279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TP2_01_descargar_gedi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7631" y="855172"/>
            <a:ext cx="710731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Descarga L2A y L2B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de NASA Earthdata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5991" y="583758"/>
            <a:ext cx="359217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9AA5B1"/>
                </a:solidFill>
                <a:latin typeface="Times New Roman"/>
              </a:rPr>
              <a:t>paso 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3522" y="709133"/>
            <a:ext cx="1064155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TP2_01b_descargar_gedi_l4a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8740" y="855172"/>
            <a:ext cx="593719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Descarga el L4A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de biomasa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9130" y="583758"/>
            <a:ext cx="318144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9AA5B1"/>
                </a:solidFill>
                <a:latin typeface="Times New Roman"/>
              </a:rPr>
              <a:t>paso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4838" y="709133"/>
            <a:ext cx="806728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TP2_02_recortar_AOI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1224" y="855172"/>
            <a:ext cx="673956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Extrae los disparos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de cada AOI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891" y="1447652"/>
            <a:ext cx="318621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D97706"/>
                </a:solidFill>
                <a:latin typeface="Times New Roman"/>
              </a:rPr>
              <a:t>paso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9675" y="1573027"/>
            <a:ext cx="917054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TP2_03_filtrar_calidad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2090" y="1717394"/>
            <a:ext cx="732223" cy="1619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quality_flag, degrade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y sensibilidad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289" y="1447652"/>
            <a:ext cx="318621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1D3557"/>
                </a:solidFill>
                <a:latin typeface="Times New Roman"/>
              </a:rPr>
              <a:t>paso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7072" y="1573027"/>
            <a:ext cx="917054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TP2_04_dem_y_pendiente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0889" y="1716774"/>
            <a:ext cx="589420" cy="1631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DEM, pendiente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y orientación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925" y="1447652"/>
            <a:ext cx="318144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D97706"/>
                </a:solidFill>
                <a:latin typeface="Times New Roman"/>
              </a:rPr>
              <a:t>paso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695" y="1573027"/>
            <a:ext cx="990604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TP2_05_filtrar_pendiente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691" y="1719066"/>
            <a:ext cx="702612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Descarta las huellas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en ladera fuerte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686" y="2311546"/>
            <a:ext cx="318621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1D3557"/>
                </a:solidFill>
                <a:latin typeface="Times New Roman"/>
              </a:rPr>
              <a:t>paso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919" y="2436921"/>
            <a:ext cx="1064155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TP2_06_metricas_estructura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47" y="2582960"/>
            <a:ext cx="525900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Une el L2B: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pai, cover, fhd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289" y="2311546"/>
            <a:ext cx="318621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1D3557"/>
                </a:solidFill>
                <a:latin typeface="Times New Roman"/>
              </a:rPr>
              <a:t>paso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1910" y="2436921"/>
            <a:ext cx="1027380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TP2_07_biomasa_referencia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9070" y="2581050"/>
            <a:ext cx="693060" cy="1624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Biomasa y partición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por bloques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891" y="2311546"/>
            <a:ext cx="318621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2D6A4F"/>
                </a:solidFill>
                <a:latin typeface="Times New Roman"/>
              </a:rPr>
              <a:t>paso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2900" y="2436921"/>
            <a:ext cx="990604" cy="1051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TP2_08_exportar_para_gis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4001" y="2582960"/>
            <a:ext cx="728402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GeoPackage y estilos</a:t>
            </a:r>
          </a:p>
          <a:p>
            <a:pPr algn="ctr"/>
            <a:r>
              <a:rPr sz="450" b="0">
                <a:solidFill>
                  <a:srgbClr val="333333"/>
                </a:solidFill>
                <a:latin typeface="Times New Roman"/>
              </a:rPr>
              <a:t>para QGIS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938" y="2850580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9702" y="2850580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1242" y="2850580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22305" y="2850580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3845" y="2850580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-62490" y="749808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-103564" y="1181755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-103086" y="1613702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103564" y="2045649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-103086" y="2477596"/>
            <a:ext cx="18871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71932" y="36476"/>
            <a:ext cx="2787336" cy="2166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Los nueve pasos del TP2, en orden de ejecución</a:t>
            </a:r>
          </a:p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en naranja los dos filtrados, que son el corazón del práctico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