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5217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3_efecto_pendiente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521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0503" y="2214336"/>
            <a:ext cx="58082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huella ≈ 25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8359" y="804535"/>
            <a:ext cx="1065110" cy="257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todo el suelo de la huella está</a:t>
            </a:r>
          </a:p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a la misma altura:</a:t>
            </a:r>
          </a:p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el rh95 mide el árbol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370" y="2468500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269" y="2468500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5467" y="2468500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664" y="2468500"/>
            <a:ext cx="18919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9862" y="2468500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73148" y="2258859"/>
            <a:ext cx="20113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0612" y="2012760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0134" y="1766661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61208" y="152056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60730" y="1274464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61208" y="1028365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60730" y="78226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61208" y="536168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11" y="426452"/>
            <a:ext cx="664404" cy="1119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Terreno llano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5756" y="2043833"/>
            <a:ext cx="58082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huella ≈ 25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4138" y="1441959"/>
            <a:ext cx="1167316" cy="1830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1D3557"/>
                </a:solidFill>
                <a:latin typeface="Times New Roman"/>
              </a:rPr>
              <a:t>14,4 m de desnivel</a:t>
            </a:r>
          </a:p>
          <a:p>
            <a:pPr algn="ctr"/>
            <a:r>
              <a:rPr sz="500" b="1">
                <a:solidFill>
                  <a:srgbClr val="1D3557"/>
                </a:solidFill>
                <a:latin typeface="Times New Roman"/>
              </a:rPr>
              <a:t>DENTRO de la misma huella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6707" y="661903"/>
            <a:ext cx="1254240" cy="257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el suelo del borde alto llega ANTES</a:t>
            </a:r>
          </a:p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que la copa del borde bajo:</a:t>
            </a:r>
          </a:p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el rh95 sale inflado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6623" y="2468500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8523" y="2468500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0720" y="2468500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2918" y="2468500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5115" y="2468500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2104" y="2258859"/>
            <a:ext cx="20113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4640" y="2012760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5118" y="1766661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4044" y="152056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4522" y="1274464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04044" y="1028365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4522" y="78226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4044" y="536168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602" y="426452"/>
            <a:ext cx="687328" cy="1119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Ladera de 30°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8624" y="28834"/>
            <a:ext cx="3253951" cy="21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Por qué la pendiente distorsiona la altura del dosel, y por qué se filtra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en el TP2 se descarta toda huella con pendiente mayor que 20°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