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36889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5_alturas_bosque_estepa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368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53023" y="1291768"/>
            <a:ext cx="706031" cy="5859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máximo 35,57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285" y="1980624"/>
            <a:ext cx="151023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altura del dosel medida por GEDI, rh95 (m)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91" y="1894443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7266" y="1894443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165" y="189444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1839" y="189444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9036" y="189444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6711" y="189444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3908" y="189444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1583" y="189444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-250771" y="1201606"/>
            <a:ext cx="70404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número de huellas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146" y="1832461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550" y="1649835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550" y="1467208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028" y="1284581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550" y="1101955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54" y="919328"/>
            <a:ext cx="2297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54" y="736701"/>
            <a:ext cx="2297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600" y="517896"/>
            <a:ext cx="425604" cy="119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Bosque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399" y="2109261"/>
            <a:ext cx="673956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690 huellas válidas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6547" y="2109261"/>
            <a:ext cx="58130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mediana 5,07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7625" y="1291768"/>
            <a:ext cx="706136" cy="594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máximo 20,65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8796" y="1980624"/>
            <a:ext cx="151023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altura del dosel medida por GEDI, rh95 (m)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1102" y="1894443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8776" y="1894443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5675" y="189444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3350" y="189444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0547" y="189444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8222" y="189444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5419" y="189444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33094" y="189444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2560143" y="1201606"/>
            <a:ext cx="70404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número de huellas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33657" y="1832461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52465" y="1692641"/>
            <a:ext cx="2297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52465" y="1552821"/>
            <a:ext cx="2297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2943" y="1413001"/>
            <a:ext cx="229310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600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52465" y="1273181"/>
            <a:ext cx="2297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800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11869" y="1133360"/>
            <a:ext cx="27038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1869" y="993540"/>
            <a:ext cx="27038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1200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11869" y="853720"/>
            <a:ext cx="27038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1400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12347" y="713900"/>
            <a:ext cx="26990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1600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15200" y="517896"/>
            <a:ext cx="397425" cy="119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Estepa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54448" y="2109261"/>
            <a:ext cx="727924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3.083 huellas válidas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54565" y="2109261"/>
            <a:ext cx="582256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mediana 2,62 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6179" y="25777"/>
            <a:ext cx="3458841" cy="2082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La altura del dosel separa los dos sitios: el control de sensatez del TP2</a:t>
            </a:r>
          </a:p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mediana 5,07 m en el bosque contra 2,62 m en la estepa, un factor de 1,94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