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722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6_mapa_footprints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722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517" y="2304125"/>
            <a:ext cx="453215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longitud (°)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532" y="2223331"/>
            <a:ext cx="328293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−71,56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2154" y="2223331"/>
            <a:ext cx="328740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−71,50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775" y="2223331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−71,44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286431" y="1348140"/>
            <a:ext cx="399933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latitud (°)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745" y="1929621"/>
            <a:ext cx="328740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745" y="1506162"/>
            <a:ext cx="328740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745" y="1082702"/>
            <a:ext cx="328740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193" y="659242"/>
            <a:ext cx="328293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723" y="481506"/>
            <a:ext cx="1420803" cy="114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Bosque — recinto de 15 × 15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410" y="2462298"/>
            <a:ext cx="953799" cy="947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descartadas por calidad (5.263)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410" y="2539964"/>
            <a:ext cx="976635" cy="947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descartadas por pendiente (335)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4785" y="2462466"/>
            <a:ext cx="452319" cy="945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válidas (690)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7379" y="2304125"/>
            <a:ext cx="453215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longitud (°)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3752" y="2223331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−71,20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1812" y="2223331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−71,14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872" y="2223331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−71,08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7932" y="2223331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−71,02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3081036" y="1348140"/>
            <a:ext cx="399933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latitud (°)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7349" y="2019242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7349" y="1593641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7797" y="1168040"/>
            <a:ext cx="328740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349" y="742438"/>
            <a:ext cx="329188" cy="1040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−42,72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6793" y="481506"/>
            <a:ext cx="1394385" cy="114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Estepa — recinto de 15 × 15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6421" y="2462298"/>
            <a:ext cx="952456" cy="947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descartadas por calidad (7.181)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6421" y="2539964"/>
            <a:ext cx="975739" cy="947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descartadas por pendiente (957)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4901" y="2462466"/>
            <a:ext cx="502915" cy="945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válidas (3.083)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089" y="32846"/>
            <a:ext cx="3467020" cy="205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GEDI no cubre el terreno: son líneas de disparos a lo largo de la órbita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y los descartes por pendiente no están repartidos al azar, caen sobre las laderas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