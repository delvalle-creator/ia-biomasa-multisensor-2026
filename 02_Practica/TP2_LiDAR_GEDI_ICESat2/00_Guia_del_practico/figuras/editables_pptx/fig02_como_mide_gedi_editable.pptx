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731200" cy="2445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02_como_mide_gedi_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31200" cy="24453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20828" y="1931742"/>
            <a:ext cx="277548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8D5524"/>
                </a:solidFill>
                <a:latin typeface="Times New Roman"/>
              </a:rPr>
              <a:t>suelo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37544" y="1211330"/>
            <a:ext cx="26083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2D6A4F"/>
                </a:solidFill>
                <a:latin typeface="Times New Roman"/>
              </a:rPr>
              <a:t>copa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8677" y="764759"/>
            <a:ext cx="475752" cy="1100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A50F15"/>
                </a:solidFill>
                <a:latin typeface="Times New Roman"/>
              </a:rPr>
              <a:t>pulso láser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654" y="2063087"/>
            <a:ext cx="580824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A50F15"/>
                </a:solidFill>
                <a:latin typeface="Times New Roman"/>
              </a:rPr>
              <a:t>huella ≈ 25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5523" y="2201893"/>
            <a:ext cx="148596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393" y="2201893"/>
            <a:ext cx="148596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4310" y="2201893"/>
            <a:ext cx="148596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79466" y="2201893"/>
            <a:ext cx="148118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4144" y="2201893"/>
            <a:ext cx="148596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8763" y="2201893"/>
            <a:ext cx="18919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62968" y="2050788"/>
            <a:ext cx="148596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62968" y="1753711"/>
            <a:ext cx="148596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62968" y="1456633"/>
            <a:ext cx="148596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62490" y="1159556"/>
            <a:ext cx="148118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-62968" y="862479"/>
            <a:ext cx="148596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103564" y="565402"/>
            <a:ext cx="18919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018" y="504906"/>
            <a:ext cx="980097" cy="1119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>
                <a:solidFill>
                  <a:srgbClr val="000000"/>
                </a:solidFill>
                <a:latin typeface="Times New Roman"/>
              </a:rPr>
              <a:t>Lo que GEDI ilumina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59422" y="1989577"/>
            <a:ext cx="815325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8D5524"/>
                </a:solidFill>
                <a:latin typeface="Times New Roman"/>
              </a:rPr>
              <a:t>último retorno = suelo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3721" y="1013381"/>
            <a:ext cx="811027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2D6A4F"/>
                </a:solidFill>
                <a:latin typeface="Times New Roman"/>
              </a:rPr>
              <a:t>primer retorno = copa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33020" y="1749118"/>
            <a:ext cx="241728" cy="9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888888"/>
                </a:solidFill>
                <a:latin typeface="Times New Roman"/>
              </a:rPr>
              <a:t>rh25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32542" y="1497196"/>
            <a:ext cx="242205" cy="9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888888"/>
                </a:solidFill>
                <a:latin typeface="Times New Roman"/>
              </a:rPr>
              <a:t>rh50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33020" y="1261020"/>
            <a:ext cx="241728" cy="9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888888"/>
                </a:solidFill>
                <a:latin typeface="Times New Roman"/>
              </a:rPr>
              <a:t>rh75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4770" y="1496512"/>
            <a:ext cx="689239" cy="18304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A50F15"/>
                </a:solidFill>
                <a:latin typeface="Times New Roman"/>
              </a:rPr>
              <a:t>altura del dosel</a:t>
            </a:r>
          </a:p>
          <a:p>
            <a:pPr algn="ctr"/>
            <a:r>
              <a:rPr sz="500" b="1">
                <a:solidFill>
                  <a:srgbClr val="A50F15"/>
                </a:solidFill>
                <a:latin typeface="Times New Roman"/>
              </a:rPr>
              <a:t>(rh95)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79636" y="2288073"/>
            <a:ext cx="719805" cy="1100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energía que vuelve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4587" y="2201893"/>
            <a:ext cx="209251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0.0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70431" y="2201893"/>
            <a:ext cx="208773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0.5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95798" y="2201893"/>
            <a:ext cx="209251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21642" y="2201893"/>
            <a:ext cx="208773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47008" y="2201893"/>
            <a:ext cx="209251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72852" y="2201893"/>
            <a:ext cx="208773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2.5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98218" y="2201893"/>
            <a:ext cx="209251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3.0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4062" y="2201893"/>
            <a:ext cx="208773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3.5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429" y="2201893"/>
            <a:ext cx="209251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4.0</a:t>
            </a:r>
          </a:p>
        </p:txBody>
      </p:sp>
      <p:sp>
        <p:nvSpPr>
          <p:cNvPr id="36" name="TextBox 35"/>
          <p:cNvSpPr txBox="1"/>
          <p:nvPr/>
        </p:nvSpPr>
        <p:spPr>
          <a:xfrm rot="16200000">
            <a:off x="2195874" y="1345015"/>
            <a:ext cx="89747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altura sobre el suelo (m)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84910" y="2139911"/>
            <a:ext cx="148596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84910" y="1825009"/>
            <a:ext cx="148596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84910" y="1510107"/>
            <a:ext cx="148596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85387" y="1195205"/>
            <a:ext cx="148118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84910" y="880304"/>
            <a:ext cx="148596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44314" y="565402"/>
            <a:ext cx="189192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53435" y="504906"/>
            <a:ext cx="1372207" cy="1119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>
                <a:solidFill>
                  <a:srgbClr val="000000"/>
                </a:solidFill>
                <a:latin typeface="Times New Roman"/>
              </a:rPr>
              <a:t>La forma de onda que registra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4030" y="27306"/>
            <a:ext cx="3463140" cy="2120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000000"/>
                </a:solidFill>
                <a:latin typeface="Times New Roman"/>
              </a:rPr>
              <a:t>Qué mide GEDI, y por qué de una sola forma de onda salen muchas alturas</a:t>
            </a:r>
          </a:p>
          <a:p>
            <a:pPr algn="ctr"/>
            <a:r>
              <a:rPr sz="650" b="1">
                <a:solidFill>
                  <a:srgbClr val="000000"/>
                </a:solidFill>
                <a:latin typeface="Times New Roman"/>
              </a:rPr>
              <a:t>esquema conceptual: los valores son ilustrativos, no datos del proyecto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