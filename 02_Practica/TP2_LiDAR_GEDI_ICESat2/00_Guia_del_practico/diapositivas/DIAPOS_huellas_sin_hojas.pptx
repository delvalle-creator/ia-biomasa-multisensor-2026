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Casi la mitad del recinto es ñire de porte arbustivo. Promediar biomasa sobre esta mezcla no describe a ninguna de las partes.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comparacion legitima es dentro de un mismo modelo. En bruto se comparan composiciones, no tratamientos.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estandar baja un tercio. Se gana precision sin mover el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 recinto que llamamos «bosque» no es bosque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BOSQUE_NW_02 · 225 km² · composición según el SNMBN (2017)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85416"/>
            <a:ext cx="301752" cy="3017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Ñire y otras leñosas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206240" y="2103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46,4 %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505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8C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 arbustivo, biomasa muy baja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18104"/>
            <a:ext cx="301752" cy="3017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035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06240" y="30358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38,5 %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3383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8C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bosque alto, 91 Mg/ha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50792"/>
            <a:ext cx="301752" cy="30175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9684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Ciprés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06240" y="39684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4,9 %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43159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8C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11,04 km²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301752" cy="301752"/>
          </a:xfrm>
          <a:prstGeom prst="rect">
            <a:avLst/>
          </a:prstGeom>
          <a:solidFill>
            <a:srgbClr val="9CCC65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011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Arbustal, matorral y estepa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06240" y="49011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7,6 %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52486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8C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 cobertura arbórea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960120"/>
            <a:ext cx="4709160" cy="47091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903720" y="57424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C0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Fuente: SNMBN (2017). Barra de escala: 5 km.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trampa de la composición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 bruto, las huellas tomadas sin hojas daban mucha menos biomasa. Parecía concluyente.
</a:t>
            </a:r>
            <a:pPr indent="0" marL="0">
              <a:buNone/>
            </a:pPr>
            <a:r>
              <a:rPr lang="en-US" sz="1600" dirty="0">
                <a:solidFill>
                  <a:srgbClr val="1F2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 las 224 huellas sin hojas recibieron todas el mismo modelo de la NASA, y las aceptadas son una mezcla de tres.
</a:t>
            </a:r>
            <a:pPr indent="0" marL="0">
              <a:buNone/>
            </a:pPr>
            <a:r>
              <a:rPr lang="en-US" sz="1600" i="1" dirty="0">
                <a:solidFill>
                  <a:srgbClr val="2C5F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 comparar los promedios de dos brigadas que inventariaron el mismo bosque: si una levantó parcelas de lenga y la otra de ñire, la diferencia no mide los métodos, sino qué parte del bosque recorrió cada una.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0936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igual modelo (DBT_SA), en Mg/ha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1554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Cobertura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 hojas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 hojas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Lenga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91,33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88,82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Ñire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2,66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3,95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Ñire bajo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0,06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0,65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3977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hoja caída no deprime la biomasa. La diferencia aparente era, íntegramente, un efecto de composición.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6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 la NASA había corrido su modelo igual sobre las 224: sólo decidió no certificarlas.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Qué cambió al aceptar las huellas sin hojas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Recinto BOSQUE_NW_02. No se introdujo ninguna fórmula propia: se usó el valor que la NASA ya había calculado.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Huellas con biomasa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7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495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410712" y="182880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Huellas sobre lenga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93592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7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93592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93592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126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6272784" y="182880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6455664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Biomasa media (Mg/ha)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55664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7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45,56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55664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F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55664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44,32</a:t>
            </a:r>
            <a:endParaRPr lang="en-US" sz="3800" dirty="0"/>
          </a:p>
        </p:txBody>
      </p:sp>
      <p:sp>
        <p:nvSpPr>
          <p:cNvPr id="19" name="Shape 17"/>
          <p:cNvSpPr/>
          <p:nvPr/>
        </p:nvSpPr>
        <p:spPr>
          <a:xfrm>
            <a:off x="9134856" y="182880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9317736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Incertidumbre (Mg/ha)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17736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7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± 3,33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17736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17736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± 2,20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 relevante no es que el valor baje un 2,7 %, sino que apenas se mueva mientras la muestra casi se duplica.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188720" y="51206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 la lenga, cuadruplicar las mediciones desplazó el promedio de 91,33 a 94,64 Mg/ha: un 3,6 %. Esa es la mejor prueba de que las 33 originales ya eran representativas.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 huellas de GEDI tomadas con el bosque sin hojas</dc:title>
  <dc:subject>PptxGenJS Presentation</dc:subject>
  <dc:creator>Héctor Francisco del Valle</dc:creator>
  <cp:lastModifiedBy>Héctor Francisco del Valle</cp:lastModifiedBy>
  <cp:revision>1</cp:revision>
  <dcterms:created xsi:type="dcterms:W3CDTF">2026-07-31T10:15:24Z</dcterms:created>
  <dcterms:modified xsi:type="dcterms:W3CDTF">2026-07-31T10:15:24Z</dcterms:modified>
</cp:coreProperties>
</file>